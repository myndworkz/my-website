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4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yvVYBznTt8/UfRxwAmExe3jGp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4C498A-1831-4FC5-9E04-F56FD37D5854}" v="4" dt="2025-05-22T12:48:09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584" y="2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n Williams" userId="ef02aeaf66c33105" providerId="LiveId" clId="{234C498A-1831-4FC5-9E04-F56FD37D5854}"/>
    <pc:docChg chg="undo custSel addSld delSld modSld sldOrd">
      <pc:chgData name="Bryn Williams" userId="ef02aeaf66c33105" providerId="LiveId" clId="{234C498A-1831-4FC5-9E04-F56FD37D5854}" dt="2025-05-22T12:49:44.366" v="130"/>
      <pc:docMkLst>
        <pc:docMk/>
      </pc:docMkLst>
      <pc:sldChg chg="ord modNotes">
        <pc:chgData name="Bryn Williams" userId="ef02aeaf66c33105" providerId="LiveId" clId="{234C498A-1831-4FC5-9E04-F56FD37D5854}" dt="2025-05-22T12:49:44.366" v="130"/>
        <pc:sldMkLst>
          <pc:docMk/>
          <pc:sldMk cId="0" sldId="264"/>
        </pc:sldMkLst>
      </pc:sldChg>
      <pc:sldChg chg="del ord modNotes">
        <pc:chgData name="Bryn Williams" userId="ef02aeaf66c33105" providerId="LiveId" clId="{234C498A-1831-4FC5-9E04-F56FD37D5854}" dt="2025-05-22T12:49:39.006" v="128" actId="2696"/>
        <pc:sldMkLst>
          <pc:docMk/>
          <pc:sldMk cId="0" sldId="265"/>
        </pc:sldMkLst>
      </pc:sldChg>
      <pc:sldChg chg="addSp modSp mod">
        <pc:chgData name="Bryn Williams" userId="ef02aeaf66c33105" providerId="LiveId" clId="{234C498A-1831-4FC5-9E04-F56FD37D5854}" dt="2025-05-22T12:47:19.166" v="96" actId="20577"/>
        <pc:sldMkLst>
          <pc:docMk/>
          <pc:sldMk cId="0" sldId="266"/>
        </pc:sldMkLst>
        <pc:spChg chg="mod">
          <ac:chgData name="Bryn Williams" userId="ef02aeaf66c33105" providerId="LiveId" clId="{234C498A-1831-4FC5-9E04-F56FD37D5854}" dt="2025-05-22T12:45:17.031" v="77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Bryn Williams" userId="ef02aeaf66c33105" providerId="LiveId" clId="{234C498A-1831-4FC5-9E04-F56FD37D5854}" dt="2025-05-22T12:47:19.166" v="96" actId="20577"/>
          <ac:spMkLst>
            <pc:docMk/>
            <pc:sldMk cId="0" sldId="266"/>
            <ac:spMk id="3" creationId="{00000000-0000-0000-0000-000000000000}"/>
          </ac:spMkLst>
        </pc:spChg>
        <pc:spChg chg="add">
          <ac:chgData name="Bryn Williams" userId="ef02aeaf66c33105" providerId="LiveId" clId="{234C498A-1831-4FC5-9E04-F56FD37D5854}" dt="2025-05-22T12:40:39.923" v="5"/>
          <ac:spMkLst>
            <pc:docMk/>
            <pc:sldMk cId="0" sldId="266"/>
            <ac:spMk id="4" creationId="{5F9FFB0D-55F1-D4E3-7A56-AD58D53CB05E}"/>
          </ac:spMkLst>
        </pc:spChg>
        <pc:spChg chg="add">
          <ac:chgData name="Bryn Williams" userId="ef02aeaf66c33105" providerId="LiveId" clId="{234C498A-1831-4FC5-9E04-F56FD37D5854}" dt="2025-05-22T12:40:39.923" v="5"/>
          <ac:spMkLst>
            <pc:docMk/>
            <pc:sldMk cId="0" sldId="266"/>
            <ac:spMk id="5" creationId="{A4D313C1-0A25-D5EB-D748-3F77B7E08C72}"/>
          </ac:spMkLst>
        </pc:spChg>
        <pc:spChg chg="add">
          <ac:chgData name="Bryn Williams" userId="ef02aeaf66c33105" providerId="LiveId" clId="{234C498A-1831-4FC5-9E04-F56FD37D5854}" dt="2025-05-22T12:40:39.923" v="5"/>
          <ac:spMkLst>
            <pc:docMk/>
            <pc:sldMk cId="0" sldId="266"/>
            <ac:spMk id="6" creationId="{251EDD95-AA1F-BC62-B746-127BB7BF9BB1}"/>
          </ac:spMkLst>
        </pc:spChg>
        <pc:spChg chg="add">
          <ac:chgData name="Bryn Williams" userId="ef02aeaf66c33105" providerId="LiveId" clId="{234C498A-1831-4FC5-9E04-F56FD37D5854}" dt="2025-05-22T12:40:39.923" v="5"/>
          <ac:spMkLst>
            <pc:docMk/>
            <pc:sldMk cId="0" sldId="266"/>
            <ac:spMk id="7" creationId="{6B3EDE30-AC1C-0E2E-2179-C7548E0D9BA2}"/>
          </ac:spMkLst>
        </pc:spChg>
        <pc:spChg chg="add">
          <ac:chgData name="Bryn Williams" userId="ef02aeaf66c33105" providerId="LiveId" clId="{234C498A-1831-4FC5-9E04-F56FD37D5854}" dt="2025-05-22T12:40:39.923" v="5"/>
          <ac:spMkLst>
            <pc:docMk/>
            <pc:sldMk cId="0" sldId="266"/>
            <ac:spMk id="8" creationId="{BCB019E7-DD73-01CD-AE45-382D6B00F4F1}"/>
          </ac:spMkLst>
        </pc:spChg>
      </pc:sldChg>
      <pc:sldChg chg="modSp mod">
        <pc:chgData name="Bryn Williams" userId="ef02aeaf66c33105" providerId="LiveId" clId="{234C498A-1831-4FC5-9E04-F56FD37D5854}" dt="2025-05-22T12:48:59.478" v="113" actId="20577"/>
        <pc:sldMkLst>
          <pc:docMk/>
          <pc:sldMk cId="0" sldId="267"/>
        </pc:sldMkLst>
        <pc:spChg chg="mod">
          <ac:chgData name="Bryn Williams" userId="ef02aeaf66c33105" providerId="LiveId" clId="{234C498A-1831-4FC5-9E04-F56FD37D5854}" dt="2025-05-22T12:45:11.124" v="72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Bryn Williams" userId="ef02aeaf66c33105" providerId="LiveId" clId="{234C498A-1831-4FC5-9E04-F56FD37D5854}" dt="2025-05-22T12:48:59.478" v="113" actId="20577"/>
          <ac:spMkLst>
            <pc:docMk/>
            <pc:sldMk cId="0" sldId="267"/>
            <ac:spMk id="3" creationId="{00000000-0000-0000-0000-000000000000}"/>
          </ac:spMkLst>
        </pc:spChg>
      </pc:sldChg>
      <pc:sldChg chg="delSp modSp del mod">
        <pc:chgData name="Bryn Williams" userId="ef02aeaf66c33105" providerId="LiveId" clId="{234C498A-1831-4FC5-9E04-F56FD37D5854}" dt="2025-05-22T12:47:27.971" v="97" actId="2696"/>
        <pc:sldMkLst>
          <pc:docMk/>
          <pc:sldMk cId="0" sldId="268"/>
        </pc:sldMkLst>
        <pc:spChg chg="del mod">
          <ac:chgData name="Bryn Williams" userId="ef02aeaf66c33105" providerId="LiveId" clId="{234C498A-1831-4FC5-9E04-F56FD37D5854}" dt="2025-05-22T12:36:28.993" v="2"/>
          <ac:spMkLst>
            <pc:docMk/>
            <pc:sldMk cId="0" sldId="268"/>
            <ac:spMk id="3" creationId="{00000000-0000-0000-0000-000000000000}"/>
          </ac:spMkLst>
        </pc:spChg>
      </pc:sldChg>
      <pc:sldChg chg="addSp modSp new mod">
        <pc:chgData name="Bryn Williams" userId="ef02aeaf66c33105" providerId="LiveId" clId="{234C498A-1831-4FC5-9E04-F56FD37D5854}" dt="2025-05-22T12:49:22.632" v="125" actId="20577"/>
        <pc:sldMkLst>
          <pc:docMk/>
          <pc:sldMk cId="2070634392" sldId="268"/>
        </pc:sldMkLst>
        <pc:spChg chg="mod">
          <ac:chgData name="Bryn Williams" userId="ef02aeaf66c33105" providerId="LiveId" clId="{234C498A-1831-4FC5-9E04-F56FD37D5854}" dt="2025-05-22T12:49:22.632" v="125" actId="20577"/>
          <ac:spMkLst>
            <pc:docMk/>
            <pc:sldMk cId="2070634392" sldId="268"/>
            <ac:spMk id="2" creationId="{9DE4F37B-14FD-FB71-FDE0-1E7F7D685CEB}"/>
          </ac:spMkLst>
        </pc:spChg>
        <pc:spChg chg="add mod">
          <ac:chgData name="Bryn Williams" userId="ef02aeaf66c33105" providerId="LiveId" clId="{234C498A-1831-4FC5-9E04-F56FD37D5854}" dt="2025-05-22T12:48:39.830" v="110" actId="20577"/>
          <ac:spMkLst>
            <pc:docMk/>
            <pc:sldMk cId="2070634392" sldId="268"/>
            <ac:spMk id="3" creationId="{C7D43F2D-2CA6-24BE-0570-4A1AFA2706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body" idx="1"/>
          </p:nvPr>
        </p:nvSpPr>
        <p:spPr>
          <a:xfrm>
            <a:off x="457200" y="353684"/>
            <a:ext cx="8229600" cy="57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/>
              <a:t>Let's talk about people's personalities! 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377" y="1759608"/>
            <a:ext cx="1458043" cy="1458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 descr="Qui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146" y="4571999"/>
            <a:ext cx="1639019" cy="1639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 descr="Funn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88257" y="2532557"/>
            <a:ext cx="1414734" cy="141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Hard-workin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85067" y="4571999"/>
            <a:ext cx="1589793" cy="1589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Lazy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8655" y="2398142"/>
            <a:ext cx="1639019" cy="1639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Friendly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Friendly means kind and nice to others. Example: 'She is very friendly and always smiles at everyone.'</a:t>
            </a:r>
            <a:endParaRPr/>
          </a:p>
        </p:txBody>
      </p:sp>
      <p:pic>
        <p:nvPicPr>
          <p:cNvPr id="96" name="Google Shape;96;p2" descr="Friendl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0" y="2681500"/>
            <a:ext cx="4114801" cy="411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Quiet</a:t>
            </a:r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Quiet means someone who doesn’t talk a lot. Example: 'He is a quiet person who loves reading books alone.'</a:t>
            </a:r>
            <a:endParaRPr/>
          </a:p>
        </p:txBody>
      </p:sp>
      <p:pic>
        <p:nvPicPr>
          <p:cNvPr id="103" name="Google Shape;103;p3" descr="Quie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900" y="3314700"/>
            <a:ext cx="35433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Funny</a:t>
            </a:r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Funny means someone who makes people laugh.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Example: ‘He is so funny; her jokes always make everyone laugh.'</a:t>
            </a:r>
            <a:endParaRPr/>
          </a:p>
        </p:txBody>
      </p:sp>
      <p:pic>
        <p:nvPicPr>
          <p:cNvPr id="110" name="Google Shape;110;p4" descr="Funn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2497" y="3429000"/>
            <a:ext cx="2760454" cy="2760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Hard-working</a:t>
            </a:r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1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Hard-working means someone who works a lot and puts in effort.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-GB"/>
              <a:t>: 'He is very hard-working and always meets deadlines.'</a:t>
            </a:r>
            <a:endParaRPr/>
          </a:p>
        </p:txBody>
      </p:sp>
      <p:pic>
        <p:nvPicPr>
          <p:cNvPr id="117" name="Google Shape;117;p5" descr="Hard-worki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2243" y="3018384"/>
            <a:ext cx="3513482" cy="351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</a:t>
            </a:r>
            <a:endParaRPr/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Lazy means someone who doesn’t like working.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Example: ‘He can be a bit lazy and prefers watching TV all day.'</a:t>
            </a:r>
            <a:endParaRPr/>
          </a:p>
        </p:txBody>
      </p:sp>
      <p:pic>
        <p:nvPicPr>
          <p:cNvPr id="124" name="Google Shape;124;p6" descr="Laz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7056" y="3338421"/>
            <a:ext cx="2881223" cy="2881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405442" y="1433959"/>
            <a:ext cx="2562045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Adjectives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Friendly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  </a:t>
            </a:r>
            <a:endParaRPr/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Hard-working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Funny  </a:t>
            </a:r>
            <a:endParaRPr/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Rude  </a:t>
            </a:r>
            <a:endParaRPr/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Quiet  </a:t>
            </a:r>
            <a:endParaRPr/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Kind  </a:t>
            </a:r>
            <a:endParaRPr/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Mean  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3942271" y="411945"/>
            <a:ext cx="4572000" cy="2308324"/>
          </a:xfrm>
          <a:prstGeom prst="rect">
            <a:avLst/>
          </a:prstGeom>
          <a:noFill/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Friendly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3942271" y="3181933"/>
            <a:ext cx="4572000" cy="23083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155275" y="134794"/>
            <a:ext cx="3588589" cy="110799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Instructions: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Look at the adjectives below.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Decide if the word is </a:t>
            </a:r>
            <a:r>
              <a:rPr lang="en-GB" sz="1200" b="1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(a good trait) or </a:t>
            </a:r>
            <a:r>
              <a:rPr lang="en-GB" sz="1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r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(a bad trait).</a:t>
            </a:r>
            <a:r>
              <a:rPr lang="en-GB" sz="1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Write the word under the correct heading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Practice</a:t>
            </a:r>
            <a:endParaRPr/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Task: Describe a person you know using this structure: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He/She is [positive adjective] and [positive adjective], but sometimes [negative adjective].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Play: “The Party Plan”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371599"/>
            <a:ext cx="77724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1" dirty="0"/>
              <a:t>Scene: Two friends are planning a party. They are in the library, working on ideas.</a:t>
            </a:r>
            <a:endParaRPr lang="en-GB" sz="2000" dirty="0"/>
          </a:p>
          <a:p>
            <a:endParaRPr lang="en-GB" sz="2000" dirty="0"/>
          </a:p>
          <a:p>
            <a:r>
              <a:rPr sz="2000" dirty="0"/>
              <a:t>Characters:</a:t>
            </a:r>
            <a:endParaRPr lang="en-GB" sz="2000" dirty="0"/>
          </a:p>
          <a:p>
            <a:endParaRPr sz="2000" dirty="0"/>
          </a:p>
          <a:p>
            <a:r>
              <a:rPr sz="2000" dirty="0"/>
              <a:t>- Leo: enthusiastic, extroverted, disorganized</a:t>
            </a:r>
            <a:endParaRPr lang="en-GB" sz="2000" dirty="0"/>
          </a:p>
          <a:p>
            <a:endParaRPr sz="2000" dirty="0"/>
          </a:p>
          <a:p>
            <a:r>
              <a:rPr sz="2000" dirty="0"/>
              <a:t>- Max: reliable, quiet, a bit critical</a:t>
            </a:r>
          </a:p>
          <a:p>
            <a:endParaRPr dirty="0"/>
          </a:p>
          <a:p>
            <a:endParaRPr lang="en-GB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Party Plan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800" b="1" i="1" dirty="0"/>
          </a:p>
          <a:p>
            <a:r>
              <a:rPr lang="en-GB" sz="1800" dirty="0"/>
              <a:t>Leo: I think we should have balloons, music, and a big welcome sign. It will look amazing!</a:t>
            </a:r>
          </a:p>
          <a:p>
            <a:endParaRPr lang="en-GB" sz="1800" dirty="0"/>
          </a:p>
          <a:p>
            <a:r>
              <a:rPr lang="en-GB" sz="1800" dirty="0"/>
              <a:t>Max: That sounds good. But who will buy the balloons? Who will make the sign?</a:t>
            </a:r>
          </a:p>
          <a:p>
            <a:endParaRPr lang="en-GB" sz="1800" dirty="0"/>
          </a:p>
          <a:p>
            <a:r>
              <a:rPr lang="en-GB" sz="1800" dirty="0"/>
              <a:t>Leo: Hmm... I didn’t think about that yet. We can decide later.</a:t>
            </a:r>
          </a:p>
          <a:p>
            <a:endParaRPr lang="en-GB" sz="1800" dirty="0"/>
          </a:p>
          <a:p>
            <a:r>
              <a:rPr lang="en-GB" sz="1800" dirty="0"/>
              <a:t>Max: It is better to decide now. We only have one week before the party.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F37B-14FD-FB71-FDE0-1E7F7D68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Party Plan (contd.)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43F2D-2CA6-24BE-0570-4A1AFA270609}"/>
              </a:ext>
            </a:extLst>
          </p:cNvPr>
          <p:cNvSpPr txBox="1"/>
          <p:nvPr/>
        </p:nvSpPr>
        <p:spPr>
          <a:xfrm>
            <a:off x="828136" y="2225615"/>
            <a:ext cx="76430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Leo: You always want a plan. But sometimes, it is better to be creative.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Max: And you always forget things. Last time, you forgot the snacks.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Leo: That’s true. I will try to be more organised.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Max: Good. And I will try to listen to your ideas more.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Leo: Great! We are a good team.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Max: Yes. You bring the energy, and I bring the list.</a:t>
            </a:r>
          </a:p>
        </p:txBody>
      </p:sp>
    </p:spTree>
    <p:extLst>
      <p:ext uri="{BB962C8B-B14F-4D97-AF65-F5344CB8AC3E}">
        <p14:creationId xmlns:p14="http://schemas.microsoft.com/office/powerpoint/2010/main" val="207063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Practice</a:t>
            </a:r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Questions: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What makes someone friendly?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Is being quiet always good?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What positive traits might annoy you?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On-screen Show (4:3)</PresentationFormat>
  <Paragraphs>87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Friendly</vt:lpstr>
      <vt:lpstr>Quiet</vt:lpstr>
      <vt:lpstr>Funny</vt:lpstr>
      <vt:lpstr>Hard-working</vt:lpstr>
      <vt:lpstr>Lazy</vt:lpstr>
      <vt:lpstr>PowerPoint Presentation</vt:lpstr>
      <vt:lpstr>Practice</vt:lpstr>
      <vt:lpstr>Short Play: “The Party Plan”</vt:lpstr>
      <vt:lpstr>The Party Plan</vt:lpstr>
      <vt:lpstr>The Party Plan (contd.)</vt:lpstr>
      <vt:lpstr>Free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Bryn Williams</cp:lastModifiedBy>
  <cp:revision>1</cp:revision>
  <dcterms:created xsi:type="dcterms:W3CDTF">2013-01-27T09:14:16Z</dcterms:created>
  <dcterms:modified xsi:type="dcterms:W3CDTF">2025-05-22T12:49:48Z</dcterms:modified>
</cp:coreProperties>
</file>